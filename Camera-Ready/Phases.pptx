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EF8DBD-71EF-4458-B653-FEE04679E2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6644B62-8DF9-454B-AEB8-080B362710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E2208B4-0F53-4BC9-B710-F67135C71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5B4DB-84DB-4148-B165-CC12CB9982AE}" type="datetimeFigureOut">
              <a:rPr lang="es-EC" smtClean="0"/>
              <a:t>8/4/2026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1FD96AA-77F5-46A4-855A-ABAD45647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F46F75D-0157-4AEA-958A-51B106DCB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F210A-1783-40CD-8386-A7F854EE7DB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088786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76ABB8-3638-4D14-9E61-2854C1BCD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D30DCF6-4CA8-465E-8F03-6BE18B885D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79C822B-0D1A-45F1-BA0C-27115D55F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5B4DB-84DB-4148-B165-CC12CB9982AE}" type="datetimeFigureOut">
              <a:rPr lang="es-EC" smtClean="0"/>
              <a:t>8/4/2026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E8603B6-0856-471B-98C0-6A8B0E754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27E9C3B-7D01-4828-B678-48DAB0715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F210A-1783-40CD-8386-A7F854EE7DB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538215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A17DB2-0CA2-4C60-9362-6AF3FADC2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98F029B-7B82-4F5D-8D45-00D2F6FD85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7A12BB2-25C6-4DF0-B45C-527AFB172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5B4DB-84DB-4148-B165-CC12CB9982AE}" type="datetimeFigureOut">
              <a:rPr lang="es-EC" smtClean="0"/>
              <a:t>8/4/2026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9970794-BB52-494C-8E20-99E20A6C7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14607CE-72CE-4075-A8F7-39653B63A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F210A-1783-40CD-8386-A7F854EE7DB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854837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5FD826-65C3-4FC3-BBA1-D9D674CD6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D3CBB9-84C0-4058-9645-566D31DF01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4370B2A-8AD5-485F-BF06-A77D5F5ACC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AFE7E14-C0B0-442B-A8DF-B39F8DF25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5B4DB-84DB-4148-B165-CC12CB9982AE}" type="datetimeFigureOut">
              <a:rPr lang="es-EC" smtClean="0"/>
              <a:t>8/4/2026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5F7513E-FFDD-4604-AE04-5AF4EF5D9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823F510-64F8-4422-9BB4-1672F441E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F210A-1783-40CD-8386-A7F854EE7DB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461422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CAFC8C-AC12-4A49-9D96-EAD2DAFF4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ADCD499-F423-4398-92C2-D30E8163AB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194B725-F4D6-475F-9ECE-E36208EE56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942AA71-A283-4427-907F-FB09BAE6D0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9CDFCC7-81C3-43B8-A831-992A593CAA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4C1639E-C2E1-480B-A890-D8569888A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5B4DB-84DB-4148-B165-CC12CB9982AE}" type="datetimeFigureOut">
              <a:rPr lang="es-EC" smtClean="0"/>
              <a:t>8/4/2026</a:t>
            </a:fld>
            <a:endParaRPr lang="es-EC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B90BF73-9BCB-4D12-ADB4-7FC20F3DE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7F953BE-3513-4424-B4A1-78C2DC6BB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F210A-1783-40CD-8386-A7F854EE7DB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58871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8601E0-2C46-42B8-9E61-42B6DD27B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EF3A750-6829-4CFC-8BB8-566B6E43E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5B4DB-84DB-4148-B165-CC12CB9982AE}" type="datetimeFigureOut">
              <a:rPr lang="es-EC" smtClean="0"/>
              <a:t>8/4/2026</a:t>
            </a:fld>
            <a:endParaRPr lang="es-EC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1459AB1-C9C1-4E94-B1CA-98B0AB6CC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3455B5B-F986-43AC-9D79-859430914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F210A-1783-40CD-8386-A7F854EE7DB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136865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C58984E-5F37-461A-9AB4-C29B3DD23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5B4DB-84DB-4148-B165-CC12CB9982AE}" type="datetimeFigureOut">
              <a:rPr lang="es-EC" smtClean="0"/>
              <a:t>8/4/2026</a:t>
            </a:fld>
            <a:endParaRPr lang="es-EC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36D72AD-44C7-45D7-B144-D9511CA0F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F540AE0-DFD7-4F87-B414-2D2D3F71A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F210A-1783-40CD-8386-A7F854EE7DB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303380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490F16-D6CE-4BF6-B31E-51AAE70FA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F703198-989E-49D7-B143-A7B395E058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26C7481-A768-4135-A31F-09325AE04D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4A7574C-6FA8-4DA5-B18C-820B0B9DD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5B4DB-84DB-4148-B165-CC12CB9982AE}" type="datetimeFigureOut">
              <a:rPr lang="es-EC" smtClean="0"/>
              <a:t>8/4/2026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1BE5046-984E-4BA8-BC49-10E809780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D8943B6-D6CA-40B8-8F43-156016635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F210A-1783-40CD-8386-A7F854EE7DB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254439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93D4DB-0C9C-4C75-9ACF-6C59D43C2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9E8E11E-2A5C-4641-97F5-C5DD132ED8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C3383A2-9D6A-4889-A06B-38E1C7611D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F521939-D56C-4142-B5CC-B6CC3E12F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5B4DB-84DB-4148-B165-CC12CB9982AE}" type="datetimeFigureOut">
              <a:rPr lang="es-EC" smtClean="0"/>
              <a:t>8/4/2026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F618C5B-79AB-47C8-9F08-BC06DA1BF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BFB34E2-6D88-4464-A3FE-109847897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F210A-1783-40CD-8386-A7F854EE7DB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1554354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8B3017-4783-4ADF-B400-BD76FFFCB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E51B53D-405B-40ED-A573-E1AC8A91CF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B29F49F-5623-438F-8F8F-7F437DE2E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5B4DB-84DB-4148-B165-CC12CB9982AE}" type="datetimeFigureOut">
              <a:rPr lang="es-EC" smtClean="0"/>
              <a:t>8/4/2026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5C50DA-DF86-4046-8ED1-D38F67B68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8834AC-54A4-408B-A42E-064250F00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F210A-1783-40CD-8386-A7F854EE7DB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499595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D292DCA-79D0-47C2-9434-58DFA91B9E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3698460-B296-49A7-B884-F8DB03E1B1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6707863-0ECA-4421-86A0-850E9A4DE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5B4DB-84DB-4148-B165-CC12CB9982AE}" type="datetimeFigureOut">
              <a:rPr lang="es-EC" smtClean="0"/>
              <a:t>8/4/2026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750298-C8C2-493E-937F-5B736102F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1D8DE5-B6FB-4D80-AA3D-CB547F60D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F210A-1783-40CD-8386-A7F854EE7DB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997980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D37F8AE-0B7D-4A89-B307-CCD50F149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5609E1F-84E4-428C-9D16-ACDEE4CE18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358A39-90FF-43FD-8218-E589761D0E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B5B4DB-84DB-4148-B165-CC12CB9982AE}" type="datetimeFigureOut">
              <a:rPr lang="es-EC" smtClean="0"/>
              <a:t>8/4/2026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8FB029C-C8CF-4A0B-9985-D4A87DE36B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7A2878D-CF06-499F-B105-DB7BD14873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AF210A-1783-40CD-8386-A7F854EE7DB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843668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1330DF1-7EBB-40E4-80A1-FCBD55DFC4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503404" cy="6858000"/>
          </a:xfrm>
          <a:prstGeom prst="rect">
            <a:avLst/>
          </a:prstGeom>
        </p:spPr>
      </p:pic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C2142833-45CF-4DA5-99DC-BCFAD7C16B63}"/>
              </a:ext>
            </a:extLst>
          </p:cNvPr>
          <p:cNvCxnSpPr>
            <a:cxnSpLocks/>
          </p:cNvCxnSpPr>
          <p:nvPr/>
        </p:nvCxnSpPr>
        <p:spPr>
          <a:xfrm flipH="1">
            <a:off x="6790267" y="5985933"/>
            <a:ext cx="2091266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41943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D5683BE-60D7-4003-972F-D5CF905077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38731" cy="6858000"/>
          </a:xfrm>
          <a:prstGeom prst="rect">
            <a:avLst/>
          </a:prstGeom>
        </p:spPr>
      </p:pic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BE469A27-F208-41A4-87B1-70E200651175}"/>
              </a:ext>
            </a:extLst>
          </p:cNvPr>
          <p:cNvCxnSpPr>
            <a:cxnSpLocks/>
          </p:cNvCxnSpPr>
          <p:nvPr/>
        </p:nvCxnSpPr>
        <p:spPr>
          <a:xfrm flipH="1">
            <a:off x="8792065" y="2226734"/>
            <a:ext cx="1236133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341800B9-2CE2-4272-B923-C803D33579EB}"/>
              </a:ext>
            </a:extLst>
          </p:cNvPr>
          <p:cNvSpPr/>
          <p:nvPr/>
        </p:nvSpPr>
        <p:spPr>
          <a:xfrm>
            <a:off x="10109200" y="1913467"/>
            <a:ext cx="1778000" cy="6604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C" sz="3600"/>
              <a:t>71070X</a:t>
            </a:r>
          </a:p>
        </p:txBody>
      </p:sp>
    </p:spTree>
    <p:extLst>
      <p:ext uri="{BB962C8B-B14F-4D97-AF65-F5344CB8AC3E}">
        <p14:creationId xmlns:p14="http://schemas.microsoft.com/office/powerpoint/2010/main" val="137880217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756</TotalTime>
  <Words>1</Words>
  <Application>Microsoft Office PowerPoint</Application>
  <PresentationFormat>Panorámica</PresentationFormat>
  <Paragraphs>1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Javier Tomalá González</dc:creator>
  <cp:lastModifiedBy>Javier Tomalá González</cp:lastModifiedBy>
  <cp:revision>2</cp:revision>
  <dcterms:created xsi:type="dcterms:W3CDTF">2026-04-08T23:26:52Z</dcterms:created>
  <dcterms:modified xsi:type="dcterms:W3CDTF">2026-04-09T12:03:00Z</dcterms:modified>
</cp:coreProperties>
</file>